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Freefall (chute closed)</c:v>
                </c:pt>
              </c:strCache>
            </c:strRef>
          </c:tx>
          <c:spPr>
            <a:solidFill>
              <a:srgbClr val="E63946"/>
            </a:solidFill>
            <a:ln w="44450" cap="flat">
              <a:solidFill>
                <a:srgbClr val="E6394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63946"/>
              </a:solidFill>
              <a:ln w="9525" cap="flat">
                <a:solidFill>
                  <a:srgbClr val="E6394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1200m</c:v>
                  </c:pt>
                  <c:pt idx="1">
                    <c:v>900m</c:v>
                  </c:pt>
                  <c:pt idx="2">
                    <c:v>600m</c:v>
                  </c:pt>
                  <c:pt idx="3">
                    <c:v>400m</c:v>
                  </c:pt>
                  <c:pt idx="4">
                    <c:v>250m</c:v>
                  </c:pt>
                  <c:pt idx="5">
                    <c:v>100m</c:v>
                  </c:pt>
                  <c:pt idx="6">
                    <c:v>0m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180</c:v>
                </c:pt>
                <c:pt idx="1">
                  <c:v>300</c:v>
                </c:pt>
                <c:pt idx="2">
                  <c:v>380</c:v>
                </c:pt>
                <c:pt idx="3">
                  <c:v>420</c:v>
                </c:pt>
                <c:pt idx="4">
                  <c:v>420</c:v>
                </c:pt>
                <c:pt idx="5">
                  <c:v>420</c:v>
                </c:pt>
                <c:pt idx="6">
                  <c:v>420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Under canopy</c:v>
                </c:pt>
              </c:strCache>
            </c:strRef>
          </c:tx>
          <c:spPr>
            <a:solidFill>
              <a:srgbClr val="17B673"/>
            </a:solidFill>
            <a:ln w="44450" cap="flat">
              <a:solidFill>
                <a:srgbClr val="17B67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7B673"/>
              </a:solidFill>
              <a:ln w="9525" cap="flat">
                <a:solidFill>
                  <a:srgbClr val="17B67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1200m</c:v>
                  </c:pt>
                  <c:pt idx="1">
                    <c:v>900m</c:v>
                  </c:pt>
                  <c:pt idx="2">
                    <c:v>600m</c:v>
                  </c:pt>
                  <c:pt idx="3">
                    <c:v>400m</c:v>
                  </c:pt>
                  <c:pt idx="4">
                    <c:v>250m</c:v>
                  </c:pt>
                  <c:pt idx="5">
                    <c:v>100m</c:v>
                  </c:pt>
                  <c:pt idx="6">
                    <c:v>0m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>95</c:v>
                </c:pt>
                <c:pt idx="4">
                  <c:v>95</c:v>
                </c:pt>
                <c:pt idx="5">
                  <c:v>95</c:v>
                </c:pt>
                <c:pt idx="6">
                  <c:v>95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FC4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A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FC4E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C1E3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CADCEF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C1E3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big: this is a skydiving race you control with your bare hand via the webcam. Hook them on the no-controller angle before explaining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game is the gap between "late" and "too late". The red freefall line is fast; the green canopy line is slow. You want to switch as low as possible without crashing.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hackathon centerpiece. Index fingertip = steering, pinch = action. Demo live if the camera cooperates.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5120640"/>
            <a:ext cx="2011680" cy="1106424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1280160"/>
            <a:ext cx="1463040" cy="804672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5394960"/>
            <a:ext cx="1828800" cy="1005840"/>
          </a:xfrm>
          <a:prstGeom prst="ellipse">
            <a:avLst/>
          </a:prstGeom>
          <a:solidFill>
            <a:srgbClr val="FFFFFF">
              <a:alpha val="16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2449193"/>
            <a:ext cx="4023360" cy="1868175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A1A33">
                <a:alpha val="22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822960" y="1417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4C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2026  ·  BROWSER GAME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49808" y="182880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PLAN-JAMP</a:t>
            </a:r>
            <a:endParaRPr lang="en-US" sz="88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CA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split-screen skydiving duel you play with your bare hands.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822960" y="4160520"/>
            <a:ext cx="5943600" cy="868680"/>
          </a:xfrm>
          <a:prstGeom prst="roundRect">
            <a:avLst>
              <a:gd name="adj" fmla="val 49474"/>
            </a:avLst>
          </a:prstGeom>
          <a:solidFill>
            <a:srgbClr val="081428">
              <a:alpha val="82000"/>
            </a:srgbClr>
          </a:solidFill>
          <a:ln w="12700">
            <a:solidFill>
              <a:srgbClr val="2E7CB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361688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691640" y="41605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Webcam hand-tracking control</a:t>
            </a:r>
            <a:pPr indent="0" marL="0">
              <a:buNone/>
            </a:pPr>
            <a:r>
              <a:rPr lang="en-US" sz="1400" dirty="0">
                <a:solidFill>
                  <a:srgbClr val="CA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no controller, no keyboard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822960" y="6080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A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Phaser 4  ·  MediaPipe  ·  Vite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CONCEPT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22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game of nerve, not buttons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6583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5B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skydivers leap from a plane and race to the ground. The catch: the ground is the enemy. Fall fast to land first — but open your parachute one beat too late and you splatter.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200400"/>
            <a:ext cx="333756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A33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43000" y="3520440"/>
            <a:ext cx="868680" cy="868680"/>
          </a:xfrm>
          <a:prstGeom prst="ellipse">
            <a:avLst/>
          </a:prstGeom>
          <a:solidFill>
            <a:srgbClr val="F4C04E">
              <a:alpha val="14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3730752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4526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2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Risk = reward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143000" y="50292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your chute closed and you fall fastest. Greed wins the race.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434840" y="3200400"/>
            <a:ext cx="333756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A3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3520440"/>
            <a:ext cx="868680" cy="868680"/>
          </a:xfrm>
          <a:prstGeom prst="ellipse">
            <a:avLst/>
          </a:prstGeom>
          <a:solidFill>
            <a:srgbClr val="E63946">
              <a:alpha val="14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192" y="3730752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4526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2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Greed kills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4754880" y="50292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below the safe line and the canopy can’t save you. Splat.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8046720" y="3200400"/>
            <a:ext cx="3337560" cy="265176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A33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66760" y="3520440"/>
            <a:ext cx="868680" cy="868680"/>
          </a:xfrm>
          <a:prstGeom prst="ellipse">
            <a:avLst/>
          </a:prstGeom>
          <a:solidFill>
            <a:srgbClr val="17B673">
              <a:alpha val="14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3730752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66760" y="4526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22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Latest safe wins</a:t>
            </a:r>
            <a:endParaRPr lang="en-US" sz="2000" dirty="0"/>
          </a:p>
        </p:txBody>
      </p:sp>
      <p:sp>
        <p:nvSpPr>
          <p:cNvPr id="19" name="Text 14"/>
          <p:cNvSpPr/>
          <p:nvPr/>
        </p:nvSpPr>
        <p:spPr>
          <a:xfrm>
            <a:off x="8366760" y="50292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Optimal play: pop the chute at the last possible safe altitude.</a:t>
            </a:r>
            <a:endParaRPr lang="en-US" sz="14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4771" y="1280160"/>
            <a:ext cx="1701497" cy="173736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A1A33">
                <a:alpha val="22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PLAYS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22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round, three phases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75564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B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Played simultaneously on a split screen. The instant either player fails a phase, the round ends and the other player wins.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2606040"/>
            <a:ext cx="342900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A33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7889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4C04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4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29260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3703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2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JUMP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1115568" y="422452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F4C04E">
              <a:alpha val="16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1115568" y="42245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4C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15568" y="47548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3-second window. Hit ACTION to leap. Hesitate and your seat explodes.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224528" y="3657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3" name="Shape 10"/>
          <p:cNvSpPr/>
          <p:nvPr/>
        </p:nvSpPr>
        <p:spPr>
          <a:xfrm>
            <a:off x="4526280" y="2606040"/>
            <a:ext cx="342900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A33">
                <a:alpha val="2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00600" y="27889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E7C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46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926080"/>
            <a:ext cx="548640" cy="548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818888" y="3703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2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FREEFALL</a:t>
            </a:r>
            <a:endParaRPr lang="en-US" sz="2600" dirty="0"/>
          </a:p>
        </p:txBody>
      </p:sp>
      <p:sp>
        <p:nvSpPr>
          <p:cNvPr id="17" name="Shape 13"/>
          <p:cNvSpPr/>
          <p:nvPr/>
        </p:nvSpPr>
        <p:spPr>
          <a:xfrm>
            <a:off x="4818888" y="422452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2E7CB8">
              <a:alpha val="16000"/>
            </a:srgbClr>
          </a:solidFill>
          <a:ln/>
        </p:spPr>
      </p:sp>
      <p:sp>
        <p:nvSpPr>
          <p:cNvPr id="18" name="Text 14"/>
          <p:cNvSpPr/>
          <p:nvPr/>
        </p:nvSpPr>
        <p:spPr>
          <a:xfrm>
            <a:off x="4818888" y="42245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E7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818888" y="47548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Steer left / right to dodge planes, birds and debris screaming past.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7927848" y="365760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1" name="Shape 17"/>
          <p:cNvSpPr/>
          <p:nvPr/>
        </p:nvSpPr>
        <p:spPr>
          <a:xfrm>
            <a:off x="8229600" y="2606040"/>
            <a:ext cx="342900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A33">
                <a:alpha val="22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8503920" y="27889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7B67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46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2926080"/>
            <a:ext cx="548640" cy="5486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522208" y="37033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22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LANDING</a:t>
            </a:r>
            <a:endParaRPr lang="en-US" sz="2600" dirty="0"/>
          </a:p>
        </p:txBody>
      </p:sp>
      <p:sp>
        <p:nvSpPr>
          <p:cNvPr id="25" name="Shape 20"/>
          <p:cNvSpPr/>
          <p:nvPr/>
        </p:nvSpPr>
        <p:spPr>
          <a:xfrm>
            <a:off x="8522208" y="4224528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17B673">
              <a:alpha val="1600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8522208" y="42245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7B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NERVE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522208" y="47548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5B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Altitude ticks down. Deploy the chute as late as you dare — and survive.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822960" y="61722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 = first player to touch down safely.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4C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TENSION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ground is the enemy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Falling fast wins the race — but the canopy needs altitude to inflate. The whole game lives in the gap between “late” and “too late.”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246120"/>
            <a:ext cx="5394960" cy="777240"/>
          </a:xfrm>
          <a:prstGeom prst="roundRect">
            <a:avLst>
              <a:gd name="adj" fmla="val 1411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4C04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34290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32461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too early   </a:t>
            </a:r>
            <a:pPr indent="0" marL="0">
              <a:buNone/>
            </a:pPr>
            <a:r>
              <a:rPr lang="en-US" sz="1350" dirty="0">
                <a:solidFill>
                  <a:srgbClr val="CA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Safe, but you drift — and lose the race.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822960" y="4160520"/>
            <a:ext cx="5394960" cy="777240"/>
          </a:xfrm>
          <a:prstGeom prst="roundRect">
            <a:avLst>
              <a:gd name="adj" fmla="val 1411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7B67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34340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00200" y="41605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latest-safe   </a:t>
            </a:r>
            <a:pPr indent="0" marL="0">
              <a:buNone/>
            </a:pPr>
            <a:r>
              <a:rPr lang="en-US" sz="1350" dirty="0">
                <a:solidFill>
                  <a:srgbClr val="CA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 speed, you land first. Win.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822960" y="5074920"/>
            <a:ext cx="5394960" cy="777240"/>
          </a:xfrm>
          <a:prstGeom prst="roundRect">
            <a:avLst>
              <a:gd name="adj" fmla="val 14118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525780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50749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too late   </a:t>
            </a:r>
            <a:pPr indent="0" marL="0">
              <a:buNone/>
            </a:pPr>
            <a:r>
              <a:rPr lang="en-US" sz="1350" dirty="0">
                <a:solidFill>
                  <a:srgbClr val="CA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Canopy can’t catch you. Crash.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662940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4C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Descent speed vs. altitude</a:t>
            </a:r>
            <a:endParaRPr lang="en-US" sz="1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6446520" y="2103120"/>
          <a:ext cx="52120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HACKATHON TWIST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are the controller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mode reads your hand straight from the webcam. No hardware, no install — point and pinch in the air to fly.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68680" y="2971800"/>
            <a:ext cx="749808" cy="749808"/>
          </a:xfrm>
          <a:prstGeom prst="ellipse">
            <a:avLst/>
          </a:prstGeom>
          <a:solidFill>
            <a:srgbClr val="E63946">
              <a:alpha val="16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31546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95351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Move your fingertip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783080" y="335584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index fingertip steers the diver across the sky in real time.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4050792"/>
            <a:ext cx="749808" cy="749808"/>
          </a:xfrm>
          <a:prstGeom prst="ellipse">
            <a:avLst/>
          </a:prstGeom>
          <a:solidFill>
            <a:srgbClr val="E63946">
              <a:alpha val="16000"/>
            </a:srgbClr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423367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783080" y="4032504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Pinch to act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783080" y="44348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Thumb + index pinch jumps from the plane and pops the parachute.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68680" y="5129784"/>
            <a:ext cx="749808" cy="749808"/>
          </a:xfrm>
          <a:prstGeom prst="ellipse">
            <a:avLst/>
          </a:prstGeom>
          <a:solidFill>
            <a:srgbClr val="E63946">
              <a:alpha val="16000"/>
            </a:srgbClr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5312664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83080" y="5111496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Mirrored &amp; smoothed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1783080" y="551383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Selfie-mirrored, lightly filtered — responsive but never jittery.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7589520" y="228600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0E2447"/>
          </a:solidFill>
          <a:ln w="19050">
            <a:solidFill>
              <a:srgbClr val="2E7CB8"/>
            </a:solidFill>
            <a:prstDash val="dash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0" y="3429000"/>
            <a:ext cx="731520" cy="7315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589520" y="423367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Webcam feed + landmark overlay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7772400" y="246888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17B673">
              <a:alpha val="88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7772400" y="24688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DETECTED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PLAY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22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Solo vs. Versus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521208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A33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2331720"/>
            <a:ext cx="868680" cy="868680"/>
          </a:xfrm>
          <a:prstGeom prst="ellipse">
            <a:avLst/>
          </a:prstGeom>
          <a:solidFill>
            <a:srgbClr val="17B673">
              <a:alpha val="14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3312" y="254203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2395728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SOLO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2194560" y="29992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B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Hand-tracked time trial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352044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 with your webcam hand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 your fastest safe landing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Top-5 local leaderboard (localStorage)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 fallback if no camera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263640" y="2011680"/>
            <a:ext cx="521208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A3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83680" y="2331720"/>
            <a:ext cx="868680" cy="868680"/>
          </a:xfrm>
          <a:prstGeom prst="ellipse">
            <a:avLst/>
          </a:prstGeom>
          <a:solidFill>
            <a:srgbClr val="2B6CFF">
              <a:alpha val="14000"/>
            </a:srgbClr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542032"/>
            <a:ext cx="50292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35240" y="239572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PLAYERS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7635240" y="29992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6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split-screen duel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6629400" y="352044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divers, one keyboard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P1: W / A / D    ·    P2: ↑ / ← / →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camera per half-screen</a:t>
            </a:r>
            <a:endParaRPr lang="en-US" sz="15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0E22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to fail hands the win away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F4C0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Built in the browser, zero backend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521208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2743200"/>
            <a:ext cx="777240" cy="777240"/>
          </a:xfrm>
          <a:prstGeom prst="ellipse">
            <a:avLst/>
          </a:prstGeom>
          <a:solidFill>
            <a:srgbClr val="2E7CB8">
              <a:alpha val="20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2916936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03120" y="25877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Phaser 4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103120" y="304495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A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loop, physics, sprites &amp; scene state machine for the three phases.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2331720"/>
            <a:ext cx="521208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01968" y="2743200"/>
            <a:ext cx="777240" cy="777240"/>
          </a:xfrm>
          <a:prstGeom prst="ellipse">
            <a:avLst/>
          </a:prstGeom>
          <a:solidFill>
            <a:srgbClr val="2E7CB8">
              <a:alpha val="20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2916936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25877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MediaPipe HandLandmarker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589520" y="304495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A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21-point hand model on the webcam, fingertip + pinch detection.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22960" y="4160520"/>
            <a:ext cx="521208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15568" y="4572000"/>
            <a:ext cx="777240" cy="777240"/>
          </a:xfrm>
          <a:prstGeom prst="ellipse">
            <a:avLst/>
          </a:prstGeom>
          <a:solidFill>
            <a:srgbClr val="2E7CB8">
              <a:alpha val="20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8448" y="4745736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103120" y="44165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Dual-camera split screen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2103120" y="487375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A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viewports, each ignoring the other player’s objects + a HUD camera on top.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309360" y="4160520"/>
            <a:ext cx="5212080" cy="1600200"/>
          </a:xfrm>
          <a:prstGeom prst="roundRect">
            <a:avLst>
              <a:gd name="adj" fmla="val 8000"/>
            </a:avLst>
          </a:prstGeom>
          <a:solidFill>
            <a:srgbClr val="FFFFFF">
              <a:alpha val="9000"/>
            </a:srgbClr>
          </a:solidFill>
          <a:ln w="12700">
            <a:solidFill>
              <a:srgbClr val="2C4A6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601968" y="4572000"/>
            <a:ext cx="777240" cy="777240"/>
          </a:xfrm>
          <a:prstGeom prst="ellipse">
            <a:avLst/>
          </a:prstGeom>
          <a:solidFill>
            <a:srgbClr val="2E7CB8">
              <a:alpha val="20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4848" y="4745736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9520" y="441655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Vite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589520" y="4873752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CA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dev server and a static build — runs fully client-side.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servers · no networking · loads as a single static page.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IN ACTION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22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gameplay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6766560" cy="4160520"/>
          </a:xfrm>
          <a:prstGeom prst="roundRect">
            <a:avLst>
              <a:gd name="adj" fmla="val 2637"/>
            </a:avLst>
          </a:prstGeom>
          <a:solidFill>
            <a:srgbClr val="0E2447"/>
          </a:solidFill>
          <a:ln w="19050">
            <a:solidFill>
              <a:srgbClr val="2E7CB8"/>
            </a:solidFill>
            <a:prstDash val="dash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340614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4210812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Gameplay screenshot — drop image here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818120" y="196596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0E2447"/>
          </a:solidFill>
          <a:ln w="19050">
            <a:solidFill>
              <a:srgbClr val="2E7CB8"/>
            </a:solidFill>
            <a:prstDash val="dash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160" y="2308860"/>
            <a:ext cx="731520" cy="7315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18120" y="31135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/ hand cam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818120" y="4160520"/>
            <a:ext cx="3657600" cy="1965960"/>
          </a:xfrm>
          <a:prstGeom prst="roundRect">
            <a:avLst>
              <a:gd name="adj" fmla="val 5581"/>
            </a:avLst>
          </a:prstGeom>
          <a:solidFill>
            <a:srgbClr val="0E2447"/>
          </a:solidFill>
          <a:ln w="19050">
            <a:solidFill>
              <a:srgbClr val="2E7CB8"/>
            </a:solidFill>
            <a:prstDash val="dash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4503420"/>
            <a:ext cx="731520" cy="7315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818120" y="53080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Split-screen versus</a:t>
            </a:r>
            <a:endParaRPr lang="en-US" sz="14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585445"/>
            <a:ext cx="2103120" cy="8407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3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GOES NEXT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22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3337560" cy="1691640"/>
          </a:xfrm>
          <a:prstGeom prst="roundRect">
            <a:avLst>
              <a:gd name="adj" fmla="val 70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A33">
                <a:alpha val="2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60604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256946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2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Best-of-N &amp; scoreboard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097280" y="317296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Multi-round matches with a running tally between players.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434840" y="2331720"/>
            <a:ext cx="3337560" cy="1691640"/>
          </a:xfrm>
          <a:prstGeom prst="roundRect">
            <a:avLst>
              <a:gd name="adj" fmla="val 70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A33">
                <a:alpha val="2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60604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12080" y="256946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2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Tuck &amp; spread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4709160" y="317296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Squeeze or flare your body to actively control fall speed mid-drop.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046720" y="2331720"/>
            <a:ext cx="3337560" cy="1691640"/>
          </a:xfrm>
          <a:prstGeom prst="roundRect">
            <a:avLst>
              <a:gd name="adj" fmla="val 70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A33">
                <a:alpha val="2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260604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823960" y="256946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2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Wind &amp; power-ups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8321040" y="317296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Gusts that shove you sideways; pickups that shake up the race.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22960" y="4251960"/>
            <a:ext cx="3337560" cy="1691640"/>
          </a:xfrm>
          <a:prstGeom prst="roundRect">
            <a:avLst>
              <a:gd name="adj" fmla="val 70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A33">
                <a:alpha val="22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452628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448970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2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opponent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1097280" y="509320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solo-friendly rival so you always have someone to beat.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434840" y="4251960"/>
            <a:ext cx="3337560" cy="1691640"/>
          </a:xfrm>
          <a:prstGeom prst="roundRect">
            <a:avLst>
              <a:gd name="adj" fmla="val 70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A33">
                <a:alpha val="2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526280"/>
            <a:ext cx="384048" cy="38404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12080" y="448970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2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Two-hand versus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4709160" y="509320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players hand-tracked at once on one camera.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046720" y="4251960"/>
            <a:ext cx="3337560" cy="1691640"/>
          </a:xfrm>
          <a:prstGeom prst="roundRect">
            <a:avLst>
              <a:gd name="adj" fmla="val 70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A1A33">
                <a:alpha val="22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4526280"/>
            <a:ext cx="384048" cy="38404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823960" y="4489704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E22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Juice &amp; audio</a:t>
            </a:r>
            <a:endParaRPr lang="en-US" sz="1550" dirty="0"/>
          </a:p>
        </p:txBody>
      </p:sp>
      <p:sp>
        <p:nvSpPr>
          <p:cNvPr id="27" name="Text 19"/>
          <p:cNvSpPr/>
          <p:nvPr/>
        </p:nvSpPr>
        <p:spPr>
          <a:xfrm>
            <a:off x="8321040" y="509320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71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Chute-pop, ground impact, ambient wind, screen shake.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097280"/>
            <a:ext cx="1828800" cy="100584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937760"/>
            <a:ext cx="2011680" cy="1106424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5303520"/>
            <a:ext cx="1463040" cy="804672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1515934"/>
            <a:ext cx="3657600" cy="3734692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A1A33">
                <a:alpha val="22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822960" y="210312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Open late. Win big.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841248" y="35204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CA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Plan-Jamp — a skydiving game of nerve, played with nothing but your hand and a webcam.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841248" y="4709160"/>
            <a:ext cx="3108960" cy="777240"/>
          </a:xfrm>
          <a:prstGeom prst="roundRect">
            <a:avLst>
              <a:gd name="adj" fmla="val 50588"/>
            </a:avLst>
          </a:prstGeom>
          <a:solidFill>
            <a:srgbClr val="E6394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495604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47091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dev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868680" y="58521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Thanks —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Plan-Jamp</dc:title>
  <dc:subject>PptxGenJS Presentation</dc:subject>
  <dc:creator>Plan-Jamp Team</dc:creator>
  <cp:lastModifiedBy>Plan-Jamp Team</cp:lastModifiedBy>
  <cp:revision>1</cp:revision>
  <dcterms:created xsi:type="dcterms:W3CDTF">2026-06-18T23:07:07Z</dcterms:created>
  <dcterms:modified xsi:type="dcterms:W3CDTF">2026-06-18T23:07:07Z</dcterms:modified>
</cp:coreProperties>
</file>